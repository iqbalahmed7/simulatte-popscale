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PREDICTED MAP VS THE ACTUAL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predicted. Bengal voted.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25373" y="1417320"/>
            <a:ext cx="559613" cy="31089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3194" y="1728216"/>
            <a:ext cx="683971" cy="373075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9731" y="2101291"/>
            <a:ext cx="559613" cy="248717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9731" y="2350008"/>
            <a:ext cx="559613" cy="248717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98448" y="2598725"/>
            <a:ext cx="683971" cy="373075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" y="2723083"/>
            <a:ext cx="621792" cy="497434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8835" y="3220517"/>
            <a:ext cx="559613" cy="186538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7" name="Shape 15"/>
          <p:cNvSpPr/>
          <p:nvPr/>
        </p:nvSpPr>
        <p:spPr>
          <a:xfrm>
            <a:off x="1982419" y="2723083"/>
            <a:ext cx="621792" cy="559613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8" name="Shape 16"/>
          <p:cNvSpPr/>
          <p:nvPr/>
        </p:nvSpPr>
        <p:spPr>
          <a:xfrm>
            <a:off x="490118" y="3220517"/>
            <a:ext cx="932688" cy="559613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" y="3780130"/>
            <a:ext cx="559613" cy="186538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2806" y="2971800"/>
            <a:ext cx="559613" cy="435254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21" name="Shape 19"/>
          <p:cNvSpPr/>
          <p:nvPr/>
        </p:nvSpPr>
        <p:spPr>
          <a:xfrm>
            <a:off x="1609344" y="3407054"/>
            <a:ext cx="435254" cy="186538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44598" y="3282696"/>
            <a:ext cx="310896" cy="310896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23" name="Shape 21"/>
          <p:cNvSpPr/>
          <p:nvPr/>
        </p:nvSpPr>
        <p:spPr>
          <a:xfrm>
            <a:off x="1236269" y="3593592"/>
            <a:ext cx="1119226" cy="559613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24" name="Text 22"/>
          <p:cNvSpPr/>
          <p:nvPr/>
        </p:nvSpPr>
        <p:spPr>
          <a:xfrm>
            <a:off x="930859" y="15179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55218" y="192206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55218" y="24195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366114" y="273039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13232" y="291693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18995" y="294802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1053" y="344545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428293" y="3134563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925726" y="33832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21562" y="381853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576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TMC majority across 9 clusters · 194 ± 10 seats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5488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14493" y="1417320"/>
            <a:ext cx="559613" cy="31089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52314" y="1728216"/>
            <a:ext cx="683971" cy="373075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8851" y="2101291"/>
            <a:ext cx="559613" cy="248717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38851" y="2350008"/>
            <a:ext cx="559613" cy="248717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2598725"/>
            <a:ext cx="683971" cy="373075"/>
          </a:xfrm>
          <a:prstGeom prst="rect">
            <a:avLst/>
          </a:prstGeom>
          <a:solidFill>
            <a:srgbClr val="E9E6DF"/>
          </a:solidFill>
          <a:ln/>
        </p:spPr>
      </p:sp>
      <p:sp>
        <p:nvSpPr>
          <p:cNvPr id="41" name="Shape 39"/>
          <p:cNvSpPr/>
          <p:nvPr/>
        </p:nvSpPr>
        <p:spPr>
          <a:xfrm>
            <a:off x="5065776" y="2723083"/>
            <a:ext cx="621792" cy="49743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127955" y="3220517"/>
            <a:ext cx="559613" cy="18653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71539" y="2723083"/>
            <a:ext cx="621792" cy="559613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9238" y="3220517"/>
            <a:ext cx="932688" cy="559613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65776" y="3780130"/>
            <a:ext cx="559613" cy="18653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11926" y="2971800"/>
            <a:ext cx="559613" cy="43525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998464" y="3407054"/>
            <a:ext cx="435254" cy="18653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33718" y="3282696"/>
            <a:ext cx="310896" cy="31089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25389" y="3593592"/>
            <a:ext cx="1119226" cy="559613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5319979" y="15179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4338" y="192206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444338" y="24195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55234" y="273039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102352" y="291693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408115" y="294802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40173" y="344545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817413" y="3134563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314846" y="33832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910682" y="381853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75488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TMC held 1 cluster · 84 seats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01 OF 10 · MATUA BELT (NADIA · N24PGS)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Matua Belt (Nadia · N24Pgs):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65%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30%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33 · TMC 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CAA swing.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Matua identification with BJP's CAA delivery, not the modelled backlash.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02 OF 10 · PRESIDENCY SUBURBS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Presidency Suburbs: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30 · TMC 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BJP voteshare across heterogeneous suburbs.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03 OF 10 · JUNGLE MAHAL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Jungle Mahal: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32%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38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38 · TMC 12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BJP organisation.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anti-BJP correction did not stick; rural welfare delivery held.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SEATS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04 OF 10 · SOUTH RURAL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South Rural: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55%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32%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52%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25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26 · TMC 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Anti-incumbency.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cases (Sandeshkhali, recruitment scam) cut deepest here.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SEATS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05 OF 10 · KOLKATA URBAN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Kolkata Urban: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50%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22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20 · TMC 12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vote split.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handed BJP pluralities in Muslim-mixed seats.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SEATS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06 OF 10 · BURDWAN INDUSTRIAL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Burdwan Industrial: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53%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17 · BJP 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18 · TMC 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worker swing.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anxiety + Hindu consolidation, not modelled together.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SEATS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07 OF 10 · NORTH BENGAL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North Bengal: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48%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35%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28%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14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22 · TMC 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impact in Muslim-majority blocks; turnout asymmetry.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SEATS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08 OF 10 · MURSHIDABAD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Murshidabad: TMC → TMC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78%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12%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19 · BJP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TMC 13 · BJP 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— but barely.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worked here as modelled. The model was right about this cluster.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SEATS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09 OF 10 · MALDA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Malda: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56%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38%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7 · BJP 4 · INC 1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7 · TMC 4 · INC 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split + INC weakness.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AIMIM/AJUP fragmentation handed BJP pluralities.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SEATS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10 OF 10 · DARJEELING HILLS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Darjeeling Hills: BJP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A8FF3E"/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E9E6D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/ N24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22%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20%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BJP/GJM 10 · TMC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BJP/GJM 10 · TMC 2 · Oth 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BJP/GJM alliance worked as modelled.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SEATS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10-20pp; realised swing was 25-30pp.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We'll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 v2</dc:title>
  <dc:subject>PptxGenJS Presentation</dc:subject>
  <dc:creator>PptxGenJS</dc:creator>
  <cp:lastModifiedBy>PptxGenJS</cp:lastModifiedBy>
  <cp:revision>1</cp:revision>
  <dcterms:created xsi:type="dcterms:W3CDTF">2026-05-04T16:24:44Z</dcterms:created>
  <dcterms:modified xsi:type="dcterms:W3CDTF">2026-05-04T16:24:44Z</dcterms:modified>
</cp:coreProperties>
</file>