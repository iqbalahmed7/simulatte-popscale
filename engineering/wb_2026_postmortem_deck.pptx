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PREDICTED MAP VS THE ACTUAL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predicted. Bengal voted.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1000" dirty="0"/>
          </a:p>
        </p:txBody>
      </p:sp>
      <p:pic>
        <p:nvPicPr>
          <p:cNvPr id="10" name="Image 0" descr="/Users/admin/Documents/Simulatte Projects/PopScale/engineering/maps/wb_predicted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41732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76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TMC majority across 9 clusters · 194 ± 10 seats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000" dirty="0"/>
          </a:p>
        </p:txBody>
      </p:sp>
      <p:pic>
        <p:nvPicPr>
          <p:cNvPr id="13" name="Image 1" descr="/Users/admin/Documents/Simulatte Projects/PopScale/engineering/maps/wb_actual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57800" y="1417320"/>
            <a:ext cx="3017520" cy="31089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TMC held 1 cluster · 84 seats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01 OF 10 · MATUA BELT (NADIA · N24PGS)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Matua Belt (Nadia · N24Pgs):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tua_be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65%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33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CAA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Matua identification with BJP's CAA delivery, not the modelled backlash.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02 OF 10 · PRESIDENCY SUBURBS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Presidency Suburbs: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presidency_suburb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30 · TMC 10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BJP voteshare across heterogeneous suburbs.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03 OF 10 · JUNGLE MAHAL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Jungle Mahal: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jungle_mah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38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38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BJP organisation.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anti-BJP correction did not stick; rural welfare delivery held.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SEATS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04 OF 10 · SOUTH RURAL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South Rural: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south_ru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52%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25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26 · TMC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Anti-incumbency.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cases (Sandeshkhali, recruitment scam) cut deepest here.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SEATS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05 OF 10 · KOLKATA URBAN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Kolkata Urban: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kolkata_ur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50%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22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20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vote split.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handed BJP pluralities in Muslim-mixed seats.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SEATS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06 OF 10 · BURDWAN INDUSTRIAL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Burdwan Industrial: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burdwan_industri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53%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17 · BJP 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18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worker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anxiety + Hindu consolidation, not modelled together.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SEATS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07 OF 10 · NORTH BENGAL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North Bengal: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north_beng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48%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35%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14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22 · TMC 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impact in Muslim-majority blocks; turnout asymmetry.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SEATS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08 OF 10 · MURSHIDABAD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Murshidabad: TMC → TMC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urshidab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78%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12%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19 · BJP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TMC 13 · BJP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— but barely.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worked here as modelled. The model was right about this cluster.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SEATS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09 OF 10 · MALDA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Malda: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l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56%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7 · BJP 4 · INC 1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7 · TMC 4 · INC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split + INC weakness.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AIMIM/AJUP fragmentation handed BJP pluralities.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SEATS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10 OF 10 · DARJEELING HILLS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Darjeeling Hills: BJP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darjeeling_hil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BJP/GJM 10 · TMC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BJP/GJM 10 · TMC 2 · Oth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BJP/GJM alliance worked as modelled.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SEATS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10-20pp; realised swing was 25-30pp.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We'll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 v2</dc:title>
  <dc:subject>PptxGenJS Presentation</dc:subject>
  <dc:creator>PptxGenJS</dc:creator>
  <cp:lastModifiedBy>PptxGenJS</cp:lastModifiedBy>
  <cp:revision>1</cp:revision>
  <dcterms:created xsi:type="dcterms:W3CDTF">2026-05-04T17:15:02Z</dcterms:created>
  <dcterms:modified xsi:type="dcterms:W3CDTF">2026-05-04T17:15:02Z</dcterms:modified>
</cp:coreProperties>
</file>